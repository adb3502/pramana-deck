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graph inside Logos Basecamp: a C++ core module with SQLite and a QML screen. Queries stay on the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2026-10-30T08:01:05Z</dcterms:created>
  <dcterms:modified xsi:type="dcterms:W3CDTF">2026-10-30T08:01:05Z</dcterms:modified>
</cp:coreProperties>
</file>