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Pramana: Sanskrit for a valid means of knowing. One line: any claim, traced to the numbers it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room. Hands up for a bottle. A spoonful. A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published answers. The Post with UC Riverside: a bottle per email. Google: five drops. Altman: a fifteenth of a teaspoon.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largest is 2,000 times the smallest.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measure different things. Point at the Water counted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 water problem. 634 news claims, none linked to the study. Moses's post: a 1.6-point association in 424 people became destroys your brain.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inside the paper: 2 of 50 citations fully support their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name. Nyaya's four means of valid knowledge. News is testimony; Pramana walks it back to measurement and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claim is a set of fields. Point at Relation: associated with became destroys.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evidence looks like when you see all of it. A headline picks one dot.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app: paste a claim, see the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views: check, receipts, evidence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protocol has two layers. Data: what each paper reported, extracted by anyone with their own keys, accepted only when two extractions agree. Lenses: signed rules that interpret the data; my receipts are one lens. Who decides what is true? Nobody. The data records what was measured; every interpretation carries its author.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Architecture. Stages 1 to 4 are the protocol; stage 5 is where Logos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Numbers: 1,055 papers, 61,000 extracted numbers, 14 cents a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this exist without Logos? A central version could, and everyone would have to trust my server. Say which rows run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Demo, 2 minutes. Water question first. Then a judge's claim. Say what is mocked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 model. Every value points to a sentence, so a wrong number is a findable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B: zero data collected about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cases. Pick two to say aloud: regulators in Rajasthan, and AI assistants.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after the residency and the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milestones, one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Close. Then the callback.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Pramana</dc:title>
  <dc:subject>PptxGenJS Presentation</dc:subject>
  <dc:creator>PptxGenJS</dc:creator>
  <cp:lastModifiedBy>PptxGenJS</cp:lastModifiedBy>
  <cp:revision>1</cp:revision>
  <dcterms:created xsi:type="dcterms:W3CDTF">2026-10-30T03:05:47Z</dcterms:created>
  <dcterms:modified xsi:type="dcterms:W3CDTF">2026-10-30T03:05:47Z</dcterms:modified>
</cp:coreProperties>
</file>